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r:id="s1"/>
  </p:sldIdLst>
  <p:sldSz cx="9144000" cy="5143500"/>
</p:presentation>
</file>

<file path=ppt/_rels/presentation.xml.rels><Relationships><Relationship Id="s1" Target="slides/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spPr>
          <a:xfrm>
            <a:off x="285750" y="190500"/>
            <a:ext cx="8477250" cy="666750"/>
          </a:xfrm>
          <a:prstGeom prst="rect"/>
          <a:solidFill>
            <a:srgbClr val="F4EDF0"/>
          </a:solidFill>
        </p:spPr>
        <p:txBody>
          <a:bodyPr anchor="t">
            <a:normAutofit fontScale="100000"/>
          </a:bodyPr>
          <a:lstStyle/>
          <a:p>
            <a:r>
              <a:rPr sz="3000">
                <a:solidFill>
                  <a:srgbClr val="202020"/>
                </a:solidFill>
              </a:rPr>
              <a:t>Text clipping regression</a:t>
            </a:r>
          </a:p>
        </p:txBody>
      </p:sp>
      <p:sp>
        <p:spPr>
          <a:xfrm>
            <a:off x="381000" y="1238250"/>
            <a:ext cx="3810000" cy="552450"/>
          </a:xfrm>
          <a:prstGeom prst="rect"/>
          <a:solidFill>
            <a:srgbClr val="F4EDF0"/>
          </a:solidFill>
        </p:spPr>
        <p:txBody>
          <a:bodyPr anchor="t">
            <a:normAutofit fontScale="100000"/>
          </a:bodyPr>
          <a:lstStyle/>
          <a:p>
            <a:r>
              <a:rPr sz="3000">
                <a:solidFill>
                  <a:srgbClr val="202020"/>
                </a:solidFill>
              </a:rPr>
              <a:t>Birinchi satr: gypqj</a:t>
            </a:r>
          </a:p>
          <a:p>
            <a:r>
              <a:rPr sz="3000">
                <a:solidFill>
                  <a:srgbClr val="202020"/>
                </a:solidFill>
              </a:rPr>
              <a:t>Ikkinchi satr: gypqj</a:t>
            </a:r>
          </a:p>
          <a:p>
            <a:r>
              <a:rPr sz="3000">
                <a:solidFill>
                  <a:srgbClr val="118844"/>
                </a:solidFill>
              </a:rPr>
              <a:t>OXIRGI SATR: gypqj</a:t>
            </a:r>
          </a:p>
        </p:txBody>
      </p:sp>
      <p:sp>
        <p:spPr>
          <a:xfrm>
            <a:off x="4762500" y="1238250"/>
            <a:ext cx="3810000" cy="552450"/>
          </a:xfrm>
          <a:prstGeom prst="rect"/>
          <a:solidFill>
            <a:srgbClr val="F4EDF0"/>
          </a:solidFill>
        </p:spPr>
        <p:txBody>
          <a:bodyPr anchor="ctr">
            <a:normAutofit fontScale="100000"/>
          </a:bodyPr>
          <a:lstStyle/>
          <a:p>
            <a:r>
              <a:rPr sz="3000">
                <a:solidFill>
                  <a:srgbClr val="202020"/>
                </a:solidFill>
              </a:rPr>
              <a:t>Center first line</a:t>
            </a:r>
          </a:p>
          <a:p>
            <a:r>
              <a:rPr sz="3000">
                <a:solidFill>
                  <a:srgbClr val="118844"/>
                </a:solidFill>
              </a:rPr>
              <a:t>Center last line gypqj</a:t>
            </a:r>
          </a:p>
        </p:txBody>
      </p:sp>
      <p:sp>
        <p:spPr>
          <a:xfrm>
            <a:off x="381000" y="2571750"/>
            <a:ext cx="3810000" cy="361950"/>
          </a:xfrm>
          <a:prstGeom prst="rect"/>
          <a:solidFill>
            <a:srgbClr val="F4EDF0"/>
          </a:solidFill>
        </p:spPr>
        <p:txBody>
          <a:bodyPr anchor="b">
            <a:normAutofit fontScale="100000"/>
          </a:bodyPr>
          <a:lstStyle/>
          <a:p>
            <a:r>
              <a:rPr sz="4800">
                <a:solidFill>
                  <a:srgbClr val="118844"/>
                </a:solidFill>
              </a:rPr>
              <a:t>Bottom aligned gypqj</a:t>
            </a:r>
          </a:p>
        </p:txBody>
      </p:sp>
      <p:sp>
        <p:spPr>
          <a:xfrm>
            <a:off x="4762500" y="2571750"/>
            <a:ext cx="3810000" cy="571500"/>
          </a:xfrm>
          <a:prstGeom prst="rect"/>
          <a:solidFill>
            <a:srgbClr val="F4EDF0"/>
          </a:solidFill>
        </p:spPr>
        <p:txBody>
          <a:bodyPr anchor="t">
            <a:normAutofit fontScale="100000"/>
          </a:bodyPr>
          <a:lstStyle/>
          <a:p>
            <a:r>
              <a:rPr sz="4800">
                <a:solidFill>
                  <a:srgbClr val="202020"/>
                </a:solidFill>
              </a:rPr>
              <a:t>Mixed size gypqj</a:t>
            </a:r>
          </a:p>
          <a:p>
            <a:r>
              <a:rPr sz="1800">
                <a:solidFill>
                  <a:srgbClr val="118844"/>
                </a:solidFill>
              </a:rPr>
              <a:t>Small final line gypqj</a:t>
            </a:r>
          </a:p>
        </p:txBody>
      </p:sp>
      <p:sp>
        <p:spPr>
          <a:xfrm>
            <a:off x="381000" y="4524375"/>
            <a:ext cx="8191500" cy="285750"/>
          </a:xfrm>
          <a:prstGeom prst="rect"/>
          <a:solidFill>
            <a:srgbClr val="F4EDF0"/>
          </a:solidFill>
        </p:spPr>
        <p:txBody>
          <a:bodyPr anchor="t">
            <a:normAutofit fontScale="100000"/>
          </a:bodyPr>
          <a:lstStyle/>
          <a:p>
            <a:r>
              <a:rPr sz="4000">
                <a:solidFill>
                  <a:srgbClr val="118844"/>
                </a:solidFill>
              </a:rPr>
              <a:t>Slide bottom: all descenders visible gypqj</a:t>
            </a:r>
          </a:p>
        </p:txBody>
      </p:sp>
    </p:spTree>
  </p:cSld>
</p:sld>
</file>