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sldIdLst>
    <p:sldId r:id="s1"/>
    <p:sldId r:id="s2"/>
    <p:sldId r:id="s3"/>
  </p:sldIdLst>
  <p:sldSz cx="9144000" cy="5143500"/>
</p:presentation>
</file>

<file path=ppt/_rels/presentation.xml.rels><Relationships><Relationship Id="s1" Target="slides/slide1.xml"/><Relationship Id="s2" Target="slides/slide2.xml"/><Relationship Id="s3" Target="slides/slide3.xml"/></Relationships>
</file>

<file path=ppt/charts/chart1.xml><?xml version="1.0" encoding="utf-8"?>
<c:chartSpace xmlns:c="http://schemas.openxmlformats.org/drawingml/2006/chart">
  <c:chart>
    <c:plotArea>
      <c:barChart>
        <c:ser>
          <c:cat>
            <c:strRef>
              <c:strCache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numCache>
                <c:pt idx="0">
                  <c:v>3</c:v>
                </c:pt>
                <c:pt idx="1">
                  <c:v>7</c:v>
                </c:pt>
                <c:pt idx="2">
                  <c:v>5</c:v>
                </c:pt>
              </c:numCache>
            </c:numRef>
          </c:val>
        </c:ser>
      </c:barChart>
    </c:plotArea>
  </c:chart>
</c:chartSpace>
</file>

<file path=ppt/slides/_rels/slide1.xml.rels><Relationships><Relationship Id="picture" Target="../media/image.png"/><Relationship Id="chart" Target="../charts/char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spPr>
          <a:xfrm>
            <a:off x="285750" y="190500"/>
            <a:ext cx="8382000" cy="666750"/>
          </a:xfrm>
        </p:spPr>
        <p:txBody>
          <a:bodyPr/>
          <a:lstStyle/>
          <a:p>
            <a:r>
              <a:rPr sz="2400"/>
              <a:t>Cherry slide preview</a:t>
            </a:r>
          </a:p>
        </p:txBody>
      </p:sp>
      <p:pic>
        <p:blipFill>
          <a:blip r:embed="picture"/>
        </p:blipFill>
        <p:spPr>
          <a:xfrm>
            <a:off x="381000" y="1143000"/>
            <a:ext cx="2667000" cy="1905000"/>
          </a:xfrm>
        </p:spPr>
      </p:pic>
      <p:sp>
        <p:spPr>
          <a:xfrm>
            <a:off x="381000" y="3429000"/>
            <a:ext cx="2667000" cy="952500"/>
          </a:xfrm>
          <a:prstGeom prst="roundRect"/>
          <a:solidFill>
            <a:srgbClr val="E9D3DD"/>
          </a:solidFill>
          <a:ln w="19050">
            <a:solidFill>
              <a:srgbClr val="AA3355"/>
            </a:solidFill>
          </a:ln>
        </p:spPr>
        <p:txBody>
          <a:bodyPr/>
          <a:lstStyle/>
          <a:p>
            <a:r>
              <a:rPr sz="2400"/>
              <a:t>Pictures &amp; shapes</a:t>
            </a:r>
          </a:p>
        </p:txBody>
      </p:sp>
      <p:cxnSp>
        <p:spPr>
          <a:xfrm>
            <a:off x="3238500" y="2286000"/>
            <a:ext cx="952500" cy="0"/>
          </a:xfrm>
          <a:prstGeom prst="line"/>
          <a:ln w="28575">
            <a:solidFill>
              <a:srgbClr val="AA3355"/>
            </a:solidFill>
            <a:tailEnd type="triangle"/>
          </a:ln>
        </p:spPr>
      </p:cxnSp>
      <p:graphicFrame>
        <a:xfrm>
          <a:off x="4476750" y="1143000"/>
          <a:ext cx="4191000" cy="3238500"/>
        </a:xfrm>
        <a:graphic>
          <a:graphicData>
            <c:chart r:id="chart"/>
          </a:graphicData>
        </a:graphic>
      </p:graphicFrame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spPr>
          <a:xfrm>
            <a:off x="285750" y="190500"/>
            <a:ext cx="8382000" cy="666750"/>
          </a:xfrm>
        </p:spPr>
        <p:txBody>
          <a:bodyPr/>
          <a:lstStyle/>
          <a:p>
            <a:r>
              <a:rPr sz="2400"/>
              <a:t>Scroll vertically to keep reading</a:t>
            </a:r>
          </a:p>
        </p:txBody>
      </p:sp>
      <p:graphicFrame>
        <a:xfrm>
          <a:off x="381000" y="1143000"/>
          <a:ext cx="8286750" cy="2476500"/>
        </a:xfrm>
        <a:graphic>
          <a:graphicData>
            <a:tbl>
              <a:tblGrid>
                <a:gridCol w="4143375"/>
                <a:gridCol w="4143375"/>
              </a:tblGrid>
              <a:tr h="825500">
                <a:tc>
                  <a:txBody>
                    <a:bodyPr/>
                    <a:lstStyle/>
                    <a:p>
                      <a:r>
                        <a:rPr sz="2400"/>
                        <a:t>Detail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/>
                        <a:t>Visible</a:t>
                      </a:r>
                    </a:p>
                  </a:txBody>
                  <a:tcPr/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2400"/>
                        <a:t>Images and graphics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/>
                        <a:t>Yes</a:t>
                      </a:r>
                    </a:p>
                  </a:txBody>
                  <a:tcPr/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2400"/>
                        <a:t>Original proportions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400"/>
                        <a:t>Yes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spPr>
          <a:xfrm>
            <a:off x="285750" y="190500"/>
            <a:ext cx="8382000" cy="666750"/>
          </a:xfrm>
        </p:spPr>
        <p:txBody>
          <a:bodyPr/>
          <a:lstStyle/>
          <a:p>
            <a:r>
              <a:rPr sz="2400"/>
              <a:t>Third slide</a:t>
            </a:r>
          </a:p>
        </p:txBody>
      </p:sp>
      <p:sp>
        <p:spPr>
          <a:xfrm>
            <a:off x="762000" y="1143000"/>
            <a:ext cx="2857500" cy="2381250"/>
          </a:xfrm>
          <a:prstGeom prst="ellipse"/>
          <a:solidFill>
            <a:schemeClr val="accent1"/>
          </a:solidFill>
        </p:spPr>
      </p:sp>
      <p:sp>
        <p:spPr>
          <a:xfrm>
            <a:off x="4095750" y="1333500"/>
            <a:ext cx="4095750" cy="1714500"/>
          </a:xfrm>
        </p:spPr>
        <p:txBody>
          <a:bodyPr/>
          <a:lstStyle/>
          <a:p>
            <a:r>
              <a:rPr sz="2400"/>
              <a:t>Text stays selectable in the text section.</a:t>
            </a:r>
          </a:p>
        </p:txBody>
      </p:sp>
    </p:spTree>
  </p:cSld>
</p:sld>
</file>

<file path=ppt/theme/theme1.xml><?xml version="1.0" encoding="utf-8"?>
<a:theme xmlns:a="http://schemas.openxmlformats.org/drawingml/2006/main">
  <a:themeElements>
    <a:clrScheme>
      <a:accent1>
        <a:srgbClr val="B34A66"/>
      </a:accent1>
    </a:clrScheme>
  </a:themeElements>
</a:theme>
</file>